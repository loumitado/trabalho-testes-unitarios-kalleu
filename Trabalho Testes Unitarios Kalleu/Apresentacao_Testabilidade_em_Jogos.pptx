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3286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 min) Apresentar o grupo e o tema. Frase de abertura: 'Todo jogo tem bug de regra — a gente mostra como pegar esses bugs automaticamente, antes de o jogador achar.' Mostrar que o foco é testar a LÓGICA do jogo, separada da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Sistema escolhido: inventário — tem regras claras (limite, empilhar, remover, transferir), que são puro cálculo e por isso ótimas para teste unitário. Tecnologia: Python + pytest, porque instala com um comando, a sintaxe é curta e tem parametrização. O conceito é o mesmo de NUnit na Unity ou JUnit no Java: o que muda é a sintaxe, não a ideia.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Mostrar o passo a passo: instalar o pytest, o arquivo pytest.ini que diz onde estão o código (src) e os testes (tests), e a estrutura de pastas. Equivalente na Unity: criar o Assembly Definition de testes; em JavaScript: configurar o package.json.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Explicar as três caixas. O Model (Inventario) é Python puro: não importa nada de engine, por isso testa sem abrir o jogo. O Presenter recebe ações do jogador e traduz o resultado em mensagens. A View é só uma interface com dois métodos: na Unity seria um MonoBehaviour, no Godot um Node, e nos testes usamos uma FakeView. Mensagem-chave: se a regra está fora da engine, dá pra testar em milissegundos.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Passar pelas 4 funcionalidades e a regra de cada uma. Destacar a transferência: é 'tudo ou nada' — se o destino não tem espaço, nada sai da origem. Isso é o tipo de regra que no jogo real vira bug de duplicar ou perder item.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Ler o teste em voz alta: Arrange = preparo o cenário (origem com 5 poções, destino que só cabe 1). Act = executo a ação que deve falhar. Assert = verifico que nada foi perdido nem duplicado. O padrão deixa o teste legível: qualquer pessoa entende o que está sendo garantido.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Mostrar os três grupos pedidos no enunciado: valores zero/negativos, limites e exceções. Ponto forte: testamos o limite exato (enche em cima do limite) e limite + 1, que é onde o erro de &gt; contra &gt;= costuma aparecer. Vamos provar isso na demo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(~1,5 min) Aqui juntamos as peças reais (Presenter e Model) e trocamos só a tela por uma FakeView que grava o que seria mostrado. Assim testamos 'o jogador tentou pegar item com a mochila cheia → aparece Mochila cheia!' sem abrir a engine. Também testamos que quantidade negativa vira mensagem e não crasha o jogo.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(~3 min) DEMO AO VIVO: 1) rodar 'pytest -v' e mostrar os 24 testes verdes. 2) Abrir inventario.py e trocar 'quantidade &gt; self.espaco_livre' por '&gt;=' na checagem de capacidade. 3) Rodar pytest de novo: 3 testes falham. 4) Desfazer a troca e rodar de novo: tudo verde. Se a internet/PC falhar, usar o print desta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(~2 min) Benefícios: o teste de limite pegou o erro de &gt; vs &gt;= na hora; dá para refatorar a lógica com segurança porque os testes avisam se algo quebrou; os testes servem como documentação das regras. Desafios: separar a lógica da engine exige pensar na arquitetura desde o começo; decidir quando lançar exceção em vez de retornar erro; garantir que a transferência seja tudo-ou-nada.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(~1 min) Fechar com a ideia central: separando a lógica da engine (MVP), conseguimos testar regras de jogo de forma rápida e confiável. Abrir para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Testabilidade em Jogos</a:t>
            </a:r>
            <a:endParaRPr lang="en-US" sz="4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31520" y="23774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2D3E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Testes unitários e de integração em um sistema de inventário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Kalleu Queirolo Hannecker</a:t>
            </a:r>
          </a:p>
          <a:p>
            <a:pPr marL="0" indent="0">
              <a:buNone/>
            </a:pPr>
            <a:r>
              <a:rPr lang="en-US" sz="1600" dirty="0" err="1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Tópicos</a:t>
            </a:r>
            <a:r>
              <a:rPr lang="en-US" sz="16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Especiais</a:t>
            </a:r>
            <a:r>
              <a:rPr lang="en-US" sz="16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em</a:t>
            </a:r>
            <a:r>
              <a:rPr lang="en-US" sz="16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Jogos</a:t>
            </a:r>
            <a:r>
              <a:rPr lang="en-US" sz="16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1600" dirty="0" err="1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Digitais</a:t>
            </a:r>
            <a:endParaRPr lang="en-US" sz="1600" dirty="0">
              <a:solidFill>
                <a:srgbClr val="94A3B8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 </a:t>
            </a:r>
            <a:r>
              <a:rPr lang="en-US" sz="3000" b="1" dirty="0" err="1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que</a:t>
            </a:r>
            <a:r>
              <a:rPr lang="en-US" sz="3000" b="1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</a:t>
            </a:r>
            <a:r>
              <a:rPr lang="en-US" sz="3000" b="1" dirty="0" err="1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escolhi</a:t>
            </a:r>
            <a:r>
              <a:rPr lang="en-US" sz="3000" b="1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e por quê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1887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Sistema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3200400" y="1188720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Inventário de jogo (RPG / sobrevivência)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1901952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90195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Tecnologia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3200400" y="1901952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Python 3.12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2615184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61518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Biblioteca de testes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3200400" y="2615184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pytest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8640" y="3328416"/>
            <a:ext cx="8046720" cy="566928"/>
          </a:xfrm>
          <a:prstGeom prst="roundRect">
            <a:avLst>
              <a:gd name="adj" fmla="val 1290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32841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Arquitetura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3200400" y="3328416"/>
            <a:ext cx="521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MVP — lógica separada da View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548640" y="41148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Por quê? Regras de negócio puras são fáceis de testar, e o mesmo conceito vale para NUnit (Unity) e JUnit (Java).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Configuração da ferramenta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298448"/>
            <a:ext cx="356616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pip install pytest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pytest.ini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[pytest]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pythonpath = src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testpaths = tests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 -v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663440" y="118872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298448"/>
            <a:ext cx="3566160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testabilidade-jogos/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inventario/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inventario.py  (Model)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presenter.py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excecoes.py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main.py  (View demo)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test_inventario.py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test_presenter.py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pytest.ini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requirements.txt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Arquitetura: MVP para isolar a lógica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554480"/>
            <a:ext cx="256032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VIEW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40080" y="22402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console / Unity / Godot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(nos testes: FakeView)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3291840" y="15544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1554480"/>
            <a:ext cx="2560320" cy="7315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9184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2D3E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PRESENTER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3383280" y="22402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coletar() · descartar()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traduz erros em mensagens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035040" y="1554480"/>
            <a:ext cx="2560320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035040" y="1554480"/>
            <a:ext cx="256032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35040" y="1737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ADE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MODEL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6126480" y="22402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Inventario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regras puras, zero engine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3108960" y="242316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5852160" y="2423160"/>
            <a:ext cx="18288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9" name="Text 16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O Model não importa nada da engine → dá para testar sem abrir o jogo.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Funcionalidades testadas e regras de negócio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1887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1. Adicionar item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3291840" y="11887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Empilha itens repetidos; rejeita quantidade ≤ 0 e nome vazio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205740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0574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2. Remover item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3291840" y="205740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Remove parcial ou total; não deixa item com quantidade 0; erro se não tiver o suficiente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48640" y="292608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292608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3. Capacidade máxima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3291840" y="292608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Total de itens ≤ capacidade; recusa o que passar do limite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548640" y="3794760"/>
            <a:ext cx="804672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7947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D3E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4. Transferir itens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3291840" y="37947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Entre inventários; operação tudo-ou-nada (sem perder nem duplicar)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Um teste no padrão Arrange-Act-Assert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8046720" cy="3017520"/>
          </a:xfrm>
          <a:prstGeom prst="roundRect">
            <a:avLst>
              <a:gd name="adj" fmla="val 2424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298448"/>
            <a:ext cx="7680960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test_destino_cheio_nao_perde_item_da_origem(self):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Arrange: origem com 5 poções, destino cabe só 1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origem, destino = Inventario(10), Inventario(1)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origem.adicionar("Poção", 5)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Act: tenta transferir 2 (não cabe) -&gt; deve falhar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with pytest.raises(InventarioCheioError):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origem.transferir("Poção", 2, destino)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Assert: nada foi perdido nem duplicado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origem.quantidade("Poção") == 5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destino.total == 0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Teste legível = documentação viva da regra de negócio.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Edge cases: onde os bugs moram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Zero e negativos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31520" y="18745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quantidade 0, -1, -100 → ValueError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capacidade 0 ou -5 → ValueError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nome vazio ou só espaços → ValueError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291840" y="118872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7472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Limites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3474720" y="18745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enche exatamente no limite ✔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limite + 1 → InventarioCheioError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falha não altera o estado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6035040" y="1188720"/>
            <a:ext cx="2560320" cy="3108960"/>
          </a:xfrm>
          <a:prstGeom prst="roundRect">
            <a:avLst>
              <a:gd name="adj" fmla="val 2857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17920" y="13258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Exceções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6217920" y="187452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remover item inexistente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remover mais do que tem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destino cheio na transferência</a:t>
            </a:r>
            <a:endParaRPr lang="en-US" sz="1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Teste de integração: Presenter + Model + FakeView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8046720" cy="3200400"/>
          </a:xfrm>
          <a:prstGeom prst="roundRect">
            <a:avLst>
              <a:gd name="adj" fmla="val 2286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298448"/>
            <a:ext cx="7680960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FakeView: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mostrar_mensagem(self, texto):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self.mensagens.append(texto)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mostrar_inventario(self, itens, livre):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self.ultimo_estado = (itens, livre)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test_coletar_com_mochila_cheia_avisa_o_jogador():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view = FakeView()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= InventarioPresenter(Inventario(1), view)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p.coletar("Espada")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p.coletar("Escudo")          # não cabe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view.mensagens[-1] == "Mochila cheia!"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view.ultimo_estado == ({"Espada": 1}, 0)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Execução</a:t>
            </a:r>
            <a:r>
              <a:rPr lang="en-US" sz="3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 tempo real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8046720" cy="1920240"/>
          </a:xfrm>
          <a:prstGeom prst="roundRect">
            <a:avLst>
              <a:gd name="adj" fmla="val 3810"/>
            </a:avLst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298448"/>
            <a:ext cx="768096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 -v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tests/test_inventario.py::TestCapacidade::test_enche_exatamente_no_limite PASSED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tests/test_inventario.py::TestCapacidade::test_um_acima_do_limite_falha PASSED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tests/test_inventario.py::TestTransferir::test_destino_cheio_nao_perde_item_da_origem PASSED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tests/test_presenter.py::test_coletar_com_mochila_cheia_avisa_o_jogador PASSED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 24 passed in 0.04s ==============================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3291840"/>
            <a:ext cx="8046720" cy="128016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338328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Demo de bug proposital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77240" y="37490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Trocando  &gt;  por  &gt;=  na checagem de capacidade, 3 testes falham: os edge cases de limite pegaram o bug na hora.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2743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Reflexão: benefícios e desafios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188720"/>
            <a:ext cx="393192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DE8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Benefícios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77240" y="20116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Detecção de bugs em milissegundos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Refatoração segura: os testes avisam se quebrou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Testes documentam as regras do jogo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63440" y="1188720"/>
            <a:ext cx="3931920" cy="731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417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Desafios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4892040" y="20116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Separar a lógica da engine exige arquitetura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Decidir entre exceção e valor de retorno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Garantir transferência tudo-ou-nada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Resumo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D3E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3152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funcionalidades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383280" y="182880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965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D3E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24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338328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testes passando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2377440" cy="1554480"/>
          </a:xfrm>
          <a:prstGeom prst="roundRect">
            <a:avLst>
              <a:gd name="adj" fmla="val 470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19659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2D3EE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0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03504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E2E8F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dependências de engine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4A3B8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Lógica isolada = testável. Obrigado! Perguntas?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1534</Words>
  <Application>Microsoft Office PowerPoint</Application>
  <PresentationFormat>Apresentação na tela (16:9)</PresentationFormat>
  <Paragraphs>146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Testabilidade em Jogos</dc:title>
  <dc:subject>PptxGenJS Presentation</dc:subject>
  <dc:creator>PptxGenJS</dc:creator>
  <cp:lastModifiedBy>Kalleu Queirolo Hannecker</cp:lastModifiedBy>
  <cp:revision>2</cp:revision>
  <dcterms:created xsi:type="dcterms:W3CDTF">2026-10-12T23:11:58Z</dcterms:created>
  <dcterms:modified xsi:type="dcterms:W3CDTF">2026-10-26T21:41:20Z</dcterms:modified>
</cp:coreProperties>
</file>